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汇报人</a:t>
            </a:r>
            <a:r>
              <a:rPr lang="en-US" altLang="zh-CN"/>
              <a:t> A</a:t>
            </a:r>
            <a:r>
              <a:rPr lang="zh-CN" altLang="en-US"/>
              <a:t>；</a:t>
            </a:r>
            <a:r>
              <a:rPr lang="en-US" altLang="zh-CN"/>
              <a:t>20 </a:t>
            </a:r>
            <a:r>
              <a:rPr lang="zh-CN" altLang="en-US"/>
              <a:t>秒。演讲备注测试。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508000"/>
            <a:ext cx="7620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>
                <a:latin typeface="微软雅黑" panose="020B0503020204020204" charset="-122"/>
                <a:ea typeface="微软雅黑" panose="020B0503020204020204" charset="-122"/>
              </a:rPr>
              <a:t>中文可编辑测试</a:t>
            </a:r>
            <a:endParaRPr lang="zh-CN" altLang="en-US" sz="3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Sue Chou</dc:creator>
  <cp:lastModifiedBy>周欣语</cp:lastModifiedBy>
  <cp:revision>157</cp:revision>
  <dcterms:created xsi:type="dcterms:W3CDTF">2019-06-19T02:08:00Z</dcterms:created>
  <dcterms:modified xsi:type="dcterms:W3CDTF">2026-10-18T15:35:38Z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1E89E46E6018433F96CAB6481D0B118E_11</vt:lpwstr>
  </property>
</Properties>
</file>